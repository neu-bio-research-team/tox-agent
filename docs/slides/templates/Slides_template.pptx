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2ZLwmwPqtoFpUvbIbnB5wqrvH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90488" y="744538"/>
            <a:ext cx="6618287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06067da4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06067da4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b06067da4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b06067da4f_0_3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Name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t/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044993" y="3998084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Group 1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Presenter: Tran A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Members: Le B, Nguyen Thi C, Dao Van D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flipH="1" rot="10800000">
            <a:off x="2043711" y="5288776"/>
            <a:ext cx="7923600" cy="88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83" y="314793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Report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493995" y="1160199"/>
            <a:ext cx="274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Time-series,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Spring,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AI-generated content may be incorrect.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0616" y="-848"/>
            <a:ext cx="1473506" cy="1598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text and dots&#10;&#10;AI-generated content may be incorrect.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8244" y="-2"/>
            <a:ext cx="1597073" cy="1597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map and a red and blue circle&#10;&#10;AI-generated content may be incorrect.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055" y="96032"/>
            <a:ext cx="1016958" cy="1060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logo&#10;&#10;AI-generated content may be incorrect.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1940" y="5457410"/>
            <a:ext cx="2118987" cy="120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46149" y="957223"/>
            <a:ext cx="997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About/Syllabus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Requirements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Environments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 concept with Python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b06067da4f_0_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31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31"/>
          <p:cNvSpPr txBox="1"/>
          <p:nvPr/>
        </p:nvSpPr>
        <p:spPr>
          <a:xfrm>
            <a:off x="-4522" y="6492239"/>
            <a:ext cx="1159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1"/>
          <p:cNvSpPr txBox="1"/>
          <p:nvPr/>
        </p:nvSpPr>
        <p:spPr>
          <a:xfrm>
            <a:off x="158151" y="2224262"/>
            <a:ext cx="1219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2025-03-17T07:41:48Z</dcterms:created>
</cp:coreProperties>
</file>